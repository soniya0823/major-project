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1" r:id="rId5"/>
    <p:sldId id="274" r:id="rId6"/>
    <p:sldId id="282" r:id="rId7"/>
    <p:sldId id="276" r:id="rId8"/>
    <p:sldId id="278" r:id="rId9"/>
    <p:sldId id="279" r:id="rId10"/>
    <p:sldId id="273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69" d="100"/>
          <a:sy n="69" d="100"/>
        </p:scale>
        <p:origin x="4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2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0F362-A761-429F-A518-95033F19C564}" type="datetimeFigureOut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83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83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3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3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7B28E-05AE-4493-BB71-E6F58AA1D04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7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FEF03C-0C82-4563-8372-3341D12C4C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1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7AE4-E0EB-4328-AF43-69D401D3C888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CFC-3B2C-44D7-8B8B-08A72C136A16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8727-16FA-41E7-8EA1-39AA40D363EC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8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DD81B-B90B-4FA8-91A9-DF30CB6010B0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1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2C880-E5E2-4E57-B48F-76CD5D972AA2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8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228E-4DD3-4D08-892E-FF0C1CA15D86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78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8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D015D-2719-4763-8E10-47285FB65E83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6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2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2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AD9A-0F0C-4633-90D4-342EE9E8360D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8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9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EA202-E659-4DDF-A807-0AC805D63DCA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7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610AA-FA7E-49F8-B00C-57292CD2DBBA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8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8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55A2-E625-46B3-8FE2-80F3445F0A51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7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3CDA5-D545-4675-A882-5DC73767E80D}" type="datetime1">
              <a:rPr lang="en-IN" smtClean="0"/>
              <a:pPr/>
              <a:t>27-03-2026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05176-A6D8-4956-B1CD-0AF285E2570E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76" Type="http://schemas.openxmlformats.org/officeDocument/2006/relationships/image" Target="../media/image74.png"/><Relationship Id="rId84" Type="http://schemas.openxmlformats.org/officeDocument/2006/relationships/image" Target="../media/image82.png"/><Relationship Id="rId89" Type="http://schemas.openxmlformats.org/officeDocument/2006/relationships/image" Target="../media/image87.png"/><Relationship Id="rId97" Type="http://schemas.openxmlformats.org/officeDocument/2006/relationships/image" Target="../media/image95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74" Type="http://schemas.openxmlformats.org/officeDocument/2006/relationships/image" Target="../media/image72.png"/><Relationship Id="rId79" Type="http://schemas.openxmlformats.org/officeDocument/2006/relationships/image" Target="../media/image77.png"/><Relationship Id="rId87" Type="http://schemas.openxmlformats.org/officeDocument/2006/relationships/image" Target="../media/image85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90" Type="http://schemas.openxmlformats.org/officeDocument/2006/relationships/image" Target="../media/image88.png"/><Relationship Id="rId95" Type="http://schemas.openxmlformats.org/officeDocument/2006/relationships/image" Target="../media/image93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77" Type="http://schemas.openxmlformats.org/officeDocument/2006/relationships/image" Target="../media/image75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80" Type="http://schemas.openxmlformats.org/officeDocument/2006/relationships/image" Target="../media/image78.png"/><Relationship Id="rId85" Type="http://schemas.openxmlformats.org/officeDocument/2006/relationships/image" Target="../media/image83.png"/><Relationship Id="rId93" Type="http://schemas.openxmlformats.org/officeDocument/2006/relationships/image" Target="../media/image91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91" Type="http://schemas.openxmlformats.org/officeDocument/2006/relationships/image" Target="../media/image89.png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81" Type="http://schemas.openxmlformats.org/officeDocument/2006/relationships/image" Target="../media/image79.png"/><Relationship Id="rId86" Type="http://schemas.openxmlformats.org/officeDocument/2006/relationships/image" Target="../media/image84.png"/><Relationship Id="rId94" Type="http://schemas.openxmlformats.org/officeDocument/2006/relationships/image" Target="../media/image9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object 2"/>
          <p:cNvSpPr txBox="1"/>
          <p:nvPr/>
        </p:nvSpPr>
        <p:spPr>
          <a:xfrm>
            <a:off x="1524000" y="3226526"/>
            <a:ext cx="8929718" cy="44864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800" b="1" dirty="0">
                <a:solidFill>
                  <a:schemeClr val="dk1"/>
                </a:solidFill>
              </a:rPr>
              <a:t>         “Tentative Project Title”</a:t>
            </a:r>
            <a:endParaRPr sz="2800" b="1" dirty="0">
              <a:solidFill>
                <a:srgbClr val="002060"/>
              </a:solidFill>
              <a:latin typeface="Bookman Old Style" pitchFamily="18" charset="0"/>
              <a:cs typeface="Times New Roman"/>
            </a:endParaRPr>
          </a:p>
        </p:txBody>
      </p:sp>
      <p:sp>
        <p:nvSpPr>
          <p:cNvPr id="1048661" name="object 7"/>
          <p:cNvSpPr txBox="1"/>
          <p:nvPr/>
        </p:nvSpPr>
        <p:spPr>
          <a:xfrm>
            <a:off x="1737359" y="1998617"/>
            <a:ext cx="8830491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0">
              <a:lnSpc>
                <a:spcPts val="1415"/>
              </a:lnSpc>
            </a:pPr>
            <a:endParaRPr sz="1200" dirty="0">
              <a:solidFill>
                <a:srgbClr val="C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lnSpc>
                <a:spcPts val="2250"/>
              </a:lnSpc>
            </a:pPr>
            <a:r>
              <a:rPr lang="en-IN" sz="2800" b="1" dirty="0"/>
              <a:t>DEPARTMENT OF COMPUTER</a:t>
            </a:r>
            <a:r>
              <a:rPr lang="en-US" sz="2800" b="1" dirty="0"/>
              <a:t> </a:t>
            </a:r>
            <a:r>
              <a:rPr lang="en-IN" sz="2800" b="1" dirty="0"/>
              <a:t>SC</a:t>
            </a:r>
            <a:r>
              <a:rPr lang="en-US" sz="2800" b="1" dirty="0"/>
              <a:t>IE</a:t>
            </a:r>
            <a:r>
              <a:rPr lang="en-IN" sz="2800" b="1" dirty="0"/>
              <a:t>NCE AND ENGINEERING</a:t>
            </a:r>
          </a:p>
          <a:p>
            <a:r>
              <a:rPr lang="en-IN" sz="1400" b="1" dirty="0"/>
              <a:t>                              </a:t>
            </a:r>
            <a:endParaRPr lang="en-US" sz="1400" dirty="0"/>
          </a:p>
        </p:txBody>
      </p:sp>
      <p:sp>
        <p:nvSpPr>
          <p:cNvPr id="1048662" name="object 8"/>
          <p:cNvSpPr txBox="1"/>
          <p:nvPr/>
        </p:nvSpPr>
        <p:spPr>
          <a:xfrm>
            <a:off x="7096133" y="4071942"/>
            <a:ext cx="3143271" cy="171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Under the </a:t>
            </a:r>
            <a:r>
              <a:rPr b="1" spc="-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Guidance</a:t>
            </a:r>
            <a:r>
              <a:rPr lang="en-US" b="1" spc="-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of</a:t>
            </a:r>
            <a:r>
              <a:rPr lang="en-US" spc="-5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pc="-5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-US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Dr/</a:t>
            </a:r>
            <a:r>
              <a:rPr lang="en-US" dirty="0" err="1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Mr</a:t>
            </a:r>
            <a:r>
              <a:rPr lang="en-US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/</a:t>
            </a:r>
            <a:r>
              <a:rPr lang="en-US" dirty="0" err="1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Mrs</a:t>
            </a:r>
            <a:r>
              <a:rPr lang="en-US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/Ms. </a:t>
            </a: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Guide Name </a:t>
            </a:r>
          </a:p>
          <a:p>
            <a:pPr marL="12700" algn="ctr">
              <a:spcBef>
                <a:spcPts val="100"/>
              </a:spcBef>
            </a:pP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Designation</a:t>
            </a:r>
          </a:p>
          <a:p>
            <a:pPr marL="12700" algn="ctr">
              <a:spcBef>
                <a:spcPts val="100"/>
              </a:spcBef>
            </a:pPr>
            <a:r>
              <a:rPr lang="en-US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Dept. of  CSE </a:t>
            </a:r>
          </a:p>
          <a:p>
            <a:pPr marL="12700" algn="ctr">
              <a:spcBef>
                <a:spcPts val="100"/>
              </a:spcBef>
            </a:pPr>
            <a:endParaRPr lang="en-IN" b="1" spc="-85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3" name="object 9"/>
          <p:cNvSpPr txBox="1"/>
          <p:nvPr/>
        </p:nvSpPr>
        <p:spPr>
          <a:xfrm>
            <a:off x="1666844" y="4000505"/>
            <a:ext cx="4230370" cy="2000548"/>
          </a:xfrm>
          <a:prstGeom prst="rect">
            <a:avLst/>
          </a:prstGeom>
        </p:spPr>
        <p:txBody>
          <a:bodyPr vert="horz" wrap="square" lIns="0" tIns="12700" rIns="0" bIns="0" numCol="1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lang="en-US" b="1" spc="-15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 Batch #                                                          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Student Name </a:t>
            </a:r>
            <a:r>
              <a:rPr sz="200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Student USN</a:t>
            </a:r>
            <a:r>
              <a:rPr sz="2000">
                <a:latin typeface="Times New Roman" pitchFamily="18" charset="0"/>
                <a:cs typeface="Times New Roman" pitchFamily="18" charset="0"/>
              </a:rPr>
              <a:t>]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Student Name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[Student USN]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Student Name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[Student USN]</a:t>
            </a:r>
          </a:p>
          <a:p>
            <a:pPr marL="12700" algn="ctr">
              <a:spcBef>
                <a:spcPts val="100"/>
              </a:spcBef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Student Name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[Student USN]</a:t>
            </a:r>
          </a:p>
          <a:p>
            <a:pPr marL="12700" algn="ctr">
              <a:spcBef>
                <a:spcPts val="100"/>
              </a:spcBef>
            </a:pPr>
            <a:endParaRPr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4" name="object 2"/>
          <p:cNvSpPr txBox="1"/>
          <p:nvPr/>
        </p:nvSpPr>
        <p:spPr>
          <a:xfrm>
            <a:off x="2452663" y="2690949"/>
            <a:ext cx="7536815" cy="42986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052195" marR="5080" indent="-1040130" algn="ctr">
              <a:lnSpc>
                <a:spcPct val="80000"/>
              </a:lnSpc>
              <a:spcBef>
                <a:spcPts val="760"/>
              </a:spcBef>
            </a:pPr>
            <a:r>
              <a:rPr lang="en-US" sz="2700" b="1" spc="5" dirty="0">
                <a:solidFill>
                  <a:srgbClr val="800000"/>
                </a:solidFill>
                <a:latin typeface="Times New Roman"/>
                <a:cs typeface="Times New Roman"/>
              </a:rPr>
              <a:t>Project Work Phase I – Review </a:t>
            </a:r>
            <a:r>
              <a:rPr lang="en-US" sz="2700" b="1" spc="5" dirty="0" smtClean="0">
                <a:solidFill>
                  <a:srgbClr val="800000"/>
                </a:solidFill>
                <a:latin typeface="Times New Roman"/>
                <a:cs typeface="Times New Roman"/>
              </a:rPr>
              <a:t>1 </a:t>
            </a:r>
            <a:endParaRPr sz="2700" dirty="0">
              <a:solidFill>
                <a:srgbClr val="800000"/>
              </a:solidFill>
              <a:latin typeface="Times New Roman"/>
              <a:cs typeface="Times New Roman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7630-A9C4-4310-AF19-03254F1A9097}" type="datetime1">
              <a:rPr lang="en-IN" smtClean="0"/>
              <a:pPr/>
              <a:t>27-03-2026</a:t>
            </a:fld>
            <a:endParaRPr lang="en-IN" dirty="0"/>
          </a:p>
        </p:txBody>
      </p:sp>
      <p:grpSp>
        <p:nvGrpSpPr>
          <p:cNvPr id="16" name="docshapegroup1"/>
          <p:cNvGrpSpPr>
            <a:grpSpLocks/>
          </p:cNvGrpSpPr>
          <p:nvPr/>
        </p:nvGrpSpPr>
        <p:grpSpPr bwMode="auto">
          <a:xfrm>
            <a:off x="443346" y="160626"/>
            <a:ext cx="11499272" cy="1568450"/>
            <a:chOff x="50" y="-38"/>
            <a:chExt cx="11907" cy="3154"/>
          </a:xfrm>
        </p:grpSpPr>
        <p:pic>
          <p:nvPicPr>
            <p:cNvPr id="19" name="docshape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" y="-38"/>
              <a:ext cx="11907" cy="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docshape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2" y="2274"/>
              <a:ext cx="1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docshape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docshape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3" y="2271"/>
              <a:ext cx="133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docshape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0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docshape7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7" y="2271"/>
              <a:ext cx="159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docshape8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9" y="2274"/>
              <a:ext cx="156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docshape9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" y="2274"/>
              <a:ext cx="217" cy="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docshape10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6" y="2274"/>
              <a:ext cx="174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docshape11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7" y="2274"/>
              <a:ext cx="11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docshape1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3" y="2274"/>
              <a:ext cx="288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docshape13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0" y="2271"/>
              <a:ext cx="149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docshape14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7" y="2274"/>
              <a:ext cx="156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docshape15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8" y="2274"/>
              <a:ext cx="111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docshape16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7" y="2274"/>
              <a:ext cx="21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docshape17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8" y="2267"/>
              <a:ext cx="39" cy="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docshape18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9" y="2274"/>
              <a:ext cx="173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docshape19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7" y="2274"/>
              <a:ext cx="15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docshape20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2" y="2271"/>
              <a:ext cx="133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docshape21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3" y="2274"/>
              <a:ext cx="141" cy="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docshape22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9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docshape23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2" y="2274"/>
              <a:ext cx="141" cy="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docshape24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" y="2351"/>
              <a:ext cx="74" cy="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docshape25"/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3" y="2274"/>
              <a:ext cx="122" cy="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docshape26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" y="2274"/>
              <a:ext cx="12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docshape27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7" y="2271"/>
              <a:ext cx="128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docshape28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6" y="2271"/>
              <a:ext cx="128" cy="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docshape29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0" y="2274"/>
              <a:ext cx="110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docshape30"/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5" y="2271"/>
              <a:ext cx="125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docshape31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5" y="2267"/>
              <a:ext cx="39" cy="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docshape32"/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0" y="2274"/>
              <a:ext cx="29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docshape33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1" y="2274"/>
              <a:ext cx="152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docshape34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4" y="2274"/>
              <a:ext cx="1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docshape35"/>
            <p:cNvPicPr>
              <a:picLocks noChangeAspect="1" noChangeArrowheads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9" y="2274"/>
              <a:ext cx="4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docshape36"/>
            <p:cNvPicPr>
              <a:picLocks noChangeAspect="1" noChangeArrowheads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2" y="2274"/>
              <a:ext cx="29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docshape37"/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6" y="2267"/>
              <a:ext cx="39" cy="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docshape38"/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1" y="2274"/>
              <a:ext cx="95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docshape39"/>
            <p:cNvPicPr>
              <a:picLocks noChangeAspect="1" noChangeArrowheads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6" y="2274"/>
              <a:ext cx="147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docshape40"/>
            <p:cNvPicPr>
              <a:picLocks noChangeAspect="1" noChangeArrowheads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9" y="2274"/>
              <a:ext cx="258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docshape41"/>
            <p:cNvPicPr>
              <a:picLocks noChangeAspect="1" noChangeArrowheads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1" y="2274"/>
              <a:ext cx="156" cy="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docshape42"/>
            <p:cNvPicPr>
              <a:picLocks noChangeAspect="1" noChangeArrowheads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6" y="451"/>
              <a:ext cx="32" cy="1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docshape43"/>
            <p:cNvPicPr>
              <a:picLocks noChangeAspect="1" noChangeArrowheads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3" y="1987"/>
              <a:ext cx="166" cy="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docshape44"/>
            <p:cNvPicPr>
              <a:picLocks noChangeAspect="1" noChangeArrowheads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" y="2018"/>
              <a:ext cx="90" cy="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docshape45"/>
            <p:cNvPicPr>
              <a:picLocks noChangeAspect="1" noChangeArrowheads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9" y="1987"/>
              <a:ext cx="262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docshape46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7" y="1996"/>
              <a:ext cx="153" cy="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docshape47"/>
            <p:cNvPicPr>
              <a:picLocks noChangeAspect="1" noChangeArrowheads="1"/>
            </p:cNvPicPr>
            <p:nvPr/>
          </p:nvPicPr>
          <p:blipFill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1" y="1987"/>
              <a:ext cx="101" cy="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docshape48"/>
            <p:cNvPicPr>
              <a:picLocks noChangeAspect="1" noChangeArrowheads="1"/>
            </p:cNvPicPr>
            <p:nvPr/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0" y="1996"/>
              <a:ext cx="155" cy="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docshape49"/>
            <p:cNvPicPr>
              <a:picLocks noChangeAspect="1" noChangeArrowheads="1"/>
            </p:cNvPicPr>
            <p:nvPr/>
          </p:nvPicPr>
          <p:blipFill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3" y="2018"/>
              <a:ext cx="84" cy="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docshape50"/>
            <p:cNvPicPr>
              <a:picLocks noChangeAspect="1" noChangeArrowheads="1"/>
            </p:cNvPicPr>
            <p:nvPr/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3" y="1987"/>
              <a:ext cx="146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docshape51"/>
            <p:cNvPicPr>
              <a:picLocks noChangeAspect="1" noChangeArrowheads="1"/>
            </p:cNvPicPr>
            <p:nvPr/>
          </p:nvPicPr>
          <p:blipFill>
            <a:blip r:embed="rId5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4" y="2018"/>
              <a:ext cx="599" cy="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docshape52"/>
            <p:cNvPicPr>
              <a:picLocks noChangeAspect="1" noChangeArrowheads="1"/>
            </p:cNvPicPr>
            <p:nvPr/>
          </p:nvPicPr>
          <p:blipFill>
            <a:blip r:embed="rId5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" y="1993"/>
              <a:ext cx="415" cy="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docshape53"/>
            <p:cNvPicPr>
              <a:picLocks noChangeAspect="1" noChangeArrowheads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0" y="1987"/>
              <a:ext cx="377" cy="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docshape54"/>
            <p:cNvPicPr>
              <a:picLocks noChangeAspect="1" noChangeArrowheads="1"/>
            </p:cNvPicPr>
            <p:nvPr/>
          </p:nvPicPr>
          <p:blipFill>
            <a:blip r:embed="rId5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1" y="1987"/>
              <a:ext cx="515" cy="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docshape55"/>
            <p:cNvPicPr>
              <a:picLocks noChangeAspect="1" noChangeArrowheads="1"/>
            </p:cNvPicPr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6" y="1987"/>
              <a:ext cx="641" cy="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docshape56"/>
            <p:cNvPicPr>
              <a:picLocks noChangeAspect="1" noChangeArrowheads="1"/>
            </p:cNvPicPr>
            <p:nvPr/>
          </p:nvPicPr>
          <p:blipFill>
            <a:blip r:embed="rId5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" y="1993"/>
              <a:ext cx="446" cy="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docshape57"/>
            <p:cNvPicPr>
              <a:picLocks noChangeAspect="1" noChangeArrowheads="1"/>
            </p:cNvPicPr>
            <p:nvPr/>
          </p:nvPicPr>
          <p:blipFill>
            <a:blip r:embed="rId5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7" y="1987"/>
              <a:ext cx="506" cy="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docshape58"/>
            <p:cNvPicPr>
              <a:picLocks noChangeAspect="1" noChangeArrowheads="1"/>
            </p:cNvPicPr>
            <p:nvPr/>
          </p:nvPicPr>
          <p:blipFill>
            <a:blip r:embed="rId5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3" y="1993"/>
              <a:ext cx="109" cy="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docshape59"/>
            <p:cNvPicPr>
              <a:picLocks noChangeAspect="1" noChangeArrowheads="1"/>
            </p:cNvPicPr>
            <p:nvPr/>
          </p:nvPicPr>
          <p:blipFill>
            <a:blip r:embed="rId5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6" y="2018"/>
              <a:ext cx="550" cy="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docshape60"/>
            <p:cNvPicPr>
              <a:picLocks noChangeAspect="1" noChangeArrowheads="1"/>
            </p:cNvPicPr>
            <p:nvPr/>
          </p:nvPicPr>
          <p:blipFill>
            <a:blip r:embed="rId6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7" y="1987"/>
              <a:ext cx="341" cy="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docshape61"/>
            <p:cNvPicPr>
              <a:picLocks noChangeAspect="1" noChangeArrowheads="1"/>
            </p:cNvPicPr>
            <p:nvPr/>
          </p:nvPicPr>
          <p:blipFill>
            <a:blip r:embed="rId6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8" y="1993"/>
              <a:ext cx="197" cy="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docshape62"/>
            <p:cNvPicPr>
              <a:picLocks noChangeAspect="1" noChangeArrowheads="1"/>
            </p:cNvPicPr>
            <p:nvPr/>
          </p:nvPicPr>
          <p:blipFill>
            <a:blip r:embed="rId6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5" y="1990"/>
              <a:ext cx="105" cy="1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docshape63"/>
            <p:cNvPicPr>
              <a:picLocks noChangeAspect="1" noChangeArrowheads="1"/>
            </p:cNvPicPr>
            <p:nvPr/>
          </p:nvPicPr>
          <p:blipFill>
            <a:blip r:embed="rId6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2" y="1993"/>
              <a:ext cx="189" cy="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docshape64"/>
            <p:cNvPicPr>
              <a:picLocks noChangeAspect="1" noChangeArrowheads="1"/>
            </p:cNvPicPr>
            <p:nvPr/>
          </p:nvPicPr>
          <p:blipFill>
            <a:blip r:embed="rId6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7" y="1993"/>
              <a:ext cx="357" cy="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docshape65"/>
            <p:cNvPicPr>
              <a:picLocks noChangeAspect="1" noChangeArrowheads="1"/>
            </p:cNvPicPr>
            <p:nvPr/>
          </p:nvPicPr>
          <p:blipFill>
            <a:blip r:embed="rId6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6" y="1993"/>
              <a:ext cx="208" cy="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docshape66"/>
            <p:cNvPicPr>
              <a:picLocks noChangeAspect="1" noChangeArrowheads="1"/>
            </p:cNvPicPr>
            <p:nvPr/>
          </p:nvPicPr>
          <p:blipFill>
            <a:blip r:embed="rId6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7" y="1987"/>
              <a:ext cx="197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docshape67"/>
            <p:cNvPicPr>
              <a:picLocks noChangeAspect="1" noChangeArrowheads="1"/>
            </p:cNvPicPr>
            <p:nvPr/>
          </p:nvPicPr>
          <p:blipFill>
            <a:blip r:embed="rId6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8" y="1990"/>
              <a:ext cx="117" cy="1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docshape68"/>
            <p:cNvPicPr>
              <a:picLocks noChangeAspect="1" noChangeArrowheads="1"/>
            </p:cNvPicPr>
            <p:nvPr/>
          </p:nvPicPr>
          <p:blipFill>
            <a:blip r:embed="rId6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0" y="1990"/>
              <a:ext cx="207" cy="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docshape69"/>
            <p:cNvPicPr>
              <a:picLocks noChangeAspect="1" noChangeArrowheads="1"/>
            </p:cNvPicPr>
            <p:nvPr/>
          </p:nvPicPr>
          <p:blipFill>
            <a:blip r:embed="rId6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5" y="1996"/>
              <a:ext cx="185" cy="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docshape70"/>
            <p:cNvPicPr>
              <a:picLocks noChangeAspect="1" noChangeArrowheads="1"/>
            </p:cNvPicPr>
            <p:nvPr/>
          </p:nvPicPr>
          <p:blipFill>
            <a:blip r:embed="rId7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10" y="1987"/>
              <a:ext cx="174" cy="1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docshape71"/>
            <p:cNvPicPr>
              <a:picLocks noChangeAspect="1" noChangeArrowheads="1"/>
            </p:cNvPicPr>
            <p:nvPr/>
          </p:nvPicPr>
          <p:blipFill>
            <a:blip r:embed="rId7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6" y="1993"/>
              <a:ext cx="457" cy="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docshape72"/>
            <p:cNvPicPr>
              <a:picLocks noChangeAspect="1" noChangeArrowheads="1"/>
            </p:cNvPicPr>
            <p:nvPr/>
          </p:nvPicPr>
          <p:blipFill>
            <a:blip r:embed="rId7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3" y="1996"/>
              <a:ext cx="148" cy="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docshape73"/>
            <p:cNvPicPr>
              <a:picLocks noChangeAspect="1" noChangeArrowheads="1"/>
            </p:cNvPicPr>
            <p:nvPr/>
          </p:nvPicPr>
          <p:blipFill>
            <a:blip r:embed="rId7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39" y="1987"/>
              <a:ext cx="297" cy="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docshape74"/>
            <p:cNvPicPr>
              <a:picLocks noChangeAspect="1" noChangeArrowheads="1"/>
            </p:cNvPicPr>
            <p:nvPr/>
          </p:nvPicPr>
          <p:blipFill>
            <a:blip r:embed="rId7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" y="2716"/>
              <a:ext cx="485" cy="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docshape75"/>
            <p:cNvPicPr>
              <a:picLocks noChangeAspect="1" noChangeArrowheads="1"/>
            </p:cNvPicPr>
            <p:nvPr/>
          </p:nvPicPr>
          <p:blipFill>
            <a:blip r:embed="rId7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9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docshape76"/>
            <p:cNvPicPr>
              <a:picLocks noChangeAspect="1" noChangeArrowheads="1"/>
            </p:cNvPicPr>
            <p:nvPr/>
          </p:nvPicPr>
          <p:blipFill>
            <a:blip r:embed="rId7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9" y="2719"/>
              <a:ext cx="327" cy="1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docshape77"/>
            <p:cNvPicPr>
              <a:picLocks noChangeAspect="1" noChangeArrowheads="1"/>
            </p:cNvPicPr>
            <p:nvPr/>
          </p:nvPicPr>
          <p:blipFill>
            <a:blip r:embed="rId7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" y="2795"/>
              <a:ext cx="44" cy="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docshape78"/>
            <p:cNvPicPr>
              <a:picLocks noChangeAspect="1" noChangeArrowheads="1"/>
            </p:cNvPicPr>
            <p:nvPr/>
          </p:nvPicPr>
          <p:blipFill>
            <a:blip r:embed="rId7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4" y="2716"/>
              <a:ext cx="1360" cy="1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docshape79"/>
            <p:cNvPicPr>
              <a:picLocks noChangeAspect="1" noChangeArrowheads="1"/>
            </p:cNvPicPr>
            <p:nvPr/>
          </p:nvPicPr>
          <p:blipFill>
            <a:blip r:embed="rId7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4" y="2719"/>
              <a:ext cx="594" cy="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docshape80"/>
            <p:cNvPicPr>
              <a:picLocks noChangeAspect="1" noChangeArrowheads="1"/>
            </p:cNvPicPr>
            <p:nvPr/>
          </p:nvPicPr>
          <p:blipFill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" y="2722"/>
              <a:ext cx="273" cy="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docshape81"/>
            <p:cNvPicPr>
              <a:picLocks noChangeAspect="1" noChangeArrowheads="1"/>
            </p:cNvPicPr>
            <p:nvPr/>
          </p:nvPicPr>
          <p:blipFill>
            <a:blip r:embed="rId8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6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docshape82"/>
            <p:cNvPicPr>
              <a:picLocks noChangeAspect="1" noChangeArrowheads="1"/>
            </p:cNvPicPr>
            <p:nvPr/>
          </p:nvPicPr>
          <p:blipFill>
            <a:blip r:embed="rId8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6" y="2719"/>
              <a:ext cx="327" cy="1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docshape83"/>
            <p:cNvPicPr>
              <a:picLocks noChangeAspect="1" noChangeArrowheads="1"/>
            </p:cNvPicPr>
            <p:nvPr/>
          </p:nvPicPr>
          <p:blipFill>
            <a:blip r:embed="rId7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2" y="2795"/>
              <a:ext cx="44" cy="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1" name="docshape84"/>
            <p:cNvPicPr>
              <a:picLocks noChangeAspect="1" noChangeArrowheads="1"/>
            </p:cNvPicPr>
            <p:nvPr/>
          </p:nvPicPr>
          <p:blipFill>
            <a:blip r:embed="rId8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1" y="2719"/>
              <a:ext cx="591" cy="1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" name="docshape85"/>
            <p:cNvPicPr>
              <a:picLocks noChangeAspect="1" noChangeArrowheads="1"/>
            </p:cNvPicPr>
            <p:nvPr/>
          </p:nvPicPr>
          <p:blipFill>
            <a:blip r:embed="rId8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0" y="2722"/>
              <a:ext cx="80" cy="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docshape86"/>
            <p:cNvPicPr>
              <a:picLocks noChangeAspect="1" noChangeArrowheads="1"/>
            </p:cNvPicPr>
            <p:nvPr/>
          </p:nvPicPr>
          <p:blipFill>
            <a:blip r:embed="rId8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6" y="2716"/>
              <a:ext cx="323" cy="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docshape87"/>
            <p:cNvPicPr>
              <a:picLocks noChangeAspect="1" noChangeArrowheads="1"/>
            </p:cNvPicPr>
            <p:nvPr/>
          </p:nvPicPr>
          <p:blipFill>
            <a:blip r:embed="rId8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0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" name="docshape88"/>
            <p:cNvPicPr>
              <a:picLocks noChangeAspect="1" noChangeArrowheads="1"/>
            </p:cNvPicPr>
            <p:nvPr/>
          </p:nvPicPr>
          <p:blipFill>
            <a:blip r:embed="rId8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7" y="2755"/>
              <a:ext cx="634" cy="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" name="docshape89"/>
            <p:cNvPicPr>
              <a:picLocks noChangeAspect="1" noChangeArrowheads="1"/>
            </p:cNvPicPr>
            <p:nvPr/>
          </p:nvPicPr>
          <p:blipFill>
            <a:blip r:embed="rId8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1" y="2719"/>
              <a:ext cx="212" cy="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docshape90"/>
            <p:cNvPicPr>
              <a:picLocks noChangeAspect="1" noChangeArrowheads="1"/>
            </p:cNvPicPr>
            <p:nvPr/>
          </p:nvPicPr>
          <p:blipFill>
            <a:blip r:embed="rId8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3" y="2716"/>
              <a:ext cx="483" cy="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docshape91"/>
            <p:cNvPicPr>
              <a:picLocks noChangeAspect="1" noChangeArrowheads="1"/>
            </p:cNvPicPr>
            <p:nvPr/>
          </p:nvPicPr>
          <p:blipFill>
            <a:blip r:embed="rId9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0" y="2755"/>
              <a:ext cx="162" cy="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docshape92"/>
            <p:cNvPicPr>
              <a:picLocks noChangeAspect="1" noChangeArrowheads="1"/>
            </p:cNvPicPr>
            <p:nvPr/>
          </p:nvPicPr>
          <p:blipFill>
            <a:blip r:embed="rId9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1" y="2716"/>
              <a:ext cx="568" cy="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0" name="docshape93"/>
            <p:cNvPicPr>
              <a:picLocks noChangeAspect="1" noChangeArrowheads="1"/>
            </p:cNvPicPr>
            <p:nvPr/>
          </p:nvPicPr>
          <p:blipFill>
            <a:blip r:embed="rId9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8" y="2716"/>
              <a:ext cx="906" cy="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docshape94"/>
            <p:cNvPicPr>
              <a:picLocks noChangeAspect="1" noChangeArrowheads="1"/>
            </p:cNvPicPr>
            <p:nvPr/>
          </p:nvPicPr>
          <p:blipFill>
            <a:blip r:embed="rId9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16" y="2716"/>
              <a:ext cx="351" cy="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docshape95"/>
            <p:cNvPicPr>
              <a:picLocks noChangeAspect="1" noChangeArrowheads="1"/>
            </p:cNvPicPr>
            <p:nvPr/>
          </p:nvPicPr>
          <p:blipFill>
            <a:blip r:embed="rId9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2" y="2758"/>
              <a:ext cx="29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docshape96"/>
            <p:cNvPicPr>
              <a:picLocks noChangeAspect="1" noChangeArrowheads="1"/>
            </p:cNvPicPr>
            <p:nvPr/>
          </p:nvPicPr>
          <p:blipFill>
            <a:blip r:embed="rId9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7" y="2758"/>
              <a:ext cx="114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docshape97"/>
            <p:cNvPicPr>
              <a:picLocks noChangeAspect="1" noChangeArrowheads="1"/>
            </p:cNvPicPr>
            <p:nvPr/>
          </p:nvPicPr>
          <p:blipFill>
            <a:blip r:embed="rId9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5" y="2758"/>
              <a:ext cx="114" cy="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" name="docshape98"/>
            <p:cNvPicPr>
              <a:picLocks noChangeAspect="1" noChangeArrowheads="1"/>
            </p:cNvPicPr>
            <p:nvPr/>
          </p:nvPicPr>
          <p:blipFill>
            <a:blip r:embed="rId9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63" y="2716"/>
              <a:ext cx="1245" cy="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1915885" y="1088020"/>
            <a:ext cx="8229600" cy="5208277"/>
          </a:xfrm>
        </p:spPr>
        <p:txBody>
          <a:bodyPr>
            <a:noAutofit/>
          </a:bodyPr>
          <a:lstStyle/>
          <a:p>
            <a:pPr marL="457200" indent="-457200"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                                                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Scope of project/ Problem statement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Aim and Objectives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Hardware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&amp; Software Requirements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Expected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utcome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lvl="1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</a:p>
          <a:p>
            <a:pPr marL="457200" indent="-457200"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2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195-51F7-4259-8141-98FCA6C53D7F}" type="datetime1">
              <a:rPr lang="en-IN" smtClean="0"/>
              <a:pPr/>
              <a:t>27-03-2026</a:t>
            </a:fld>
            <a:endParaRPr lang="en-IN" dirty="0"/>
          </a:p>
        </p:txBody>
      </p:sp>
      <p:pic>
        <p:nvPicPr>
          <p:cNvPr id="2097166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93003" y="175941"/>
            <a:ext cx="714356" cy="714356"/>
          </a:xfrm>
          <a:prstGeom prst="rect">
            <a:avLst/>
          </a:prstGeom>
          <a:noFill/>
        </p:spPr>
      </p:pic>
      <p:sp>
        <p:nvSpPr>
          <p:cNvPr id="1048673" name="Title 3"/>
          <p:cNvSpPr>
            <a:spLocks noGrp="1"/>
          </p:cNvSpPr>
          <p:nvPr>
            <p:ph type="title"/>
          </p:nvPr>
        </p:nvSpPr>
        <p:spPr>
          <a:xfrm>
            <a:off x="1410789" y="142852"/>
            <a:ext cx="977101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79" y="0"/>
            <a:ext cx="1037904" cy="90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3"/>
          <p:cNvSpPr>
            <a:spLocks noGrp="1"/>
          </p:cNvSpPr>
          <p:nvPr>
            <p:ph type="title"/>
          </p:nvPr>
        </p:nvSpPr>
        <p:spPr>
          <a:xfrm>
            <a:off x="1319349" y="142852"/>
            <a:ext cx="9679577" cy="65403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048675" name="Content Placeholder 4"/>
          <p:cNvSpPr>
            <a:spLocks noGrp="1"/>
          </p:cNvSpPr>
          <p:nvPr>
            <p:ph idx="1"/>
          </p:nvPr>
        </p:nvSpPr>
        <p:spPr>
          <a:xfrm>
            <a:off x="901337" y="1123406"/>
            <a:ext cx="10175966" cy="5091676"/>
          </a:xfrm>
        </p:spPr>
        <p:txBody>
          <a:bodyPr>
            <a:noAutofit/>
          </a:bodyPr>
          <a:lstStyle/>
          <a:p>
            <a:pPr marL="457200" indent="-381000" algn="just">
              <a:spcBef>
                <a:spcPts val="1100"/>
              </a:spcBef>
              <a:spcAft>
                <a:spcPts val="500"/>
              </a:spcAft>
              <a:buClr>
                <a:schemeClr val="dk1"/>
              </a:buClr>
              <a:buSzPts val="2400"/>
            </a:pPr>
            <a:endParaRPr lang="en-US" sz="2400" dirty="0"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2097168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673D3-83D5-4AEB-B135-526753E98862}" type="datetime1">
              <a:rPr lang="en-IN" smtClean="0"/>
              <a:pPr/>
              <a:t>27-03-2026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27-03-2026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7C2CEB98-AE84-DD3E-83D5-E37BB08D0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455662"/>
              </p:ext>
            </p:extLst>
          </p:nvPr>
        </p:nvGraphicFramePr>
        <p:xfrm>
          <a:off x="992776" y="1307938"/>
          <a:ext cx="10084196" cy="4656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049">
                  <a:extLst>
                    <a:ext uri="{9D8B030D-6E8A-4147-A177-3AD203B41FA5}">
                      <a16:colId xmlns="" xmlns:a16="http://schemas.microsoft.com/office/drawing/2014/main" val="2089408953"/>
                    </a:ext>
                  </a:extLst>
                </a:gridCol>
                <a:gridCol w="2521049">
                  <a:extLst>
                    <a:ext uri="{9D8B030D-6E8A-4147-A177-3AD203B41FA5}">
                      <a16:colId xmlns="" xmlns:a16="http://schemas.microsoft.com/office/drawing/2014/main" val="307380464"/>
                    </a:ext>
                  </a:extLst>
                </a:gridCol>
                <a:gridCol w="2521049">
                  <a:extLst>
                    <a:ext uri="{9D8B030D-6E8A-4147-A177-3AD203B41FA5}">
                      <a16:colId xmlns="" xmlns:a16="http://schemas.microsoft.com/office/drawing/2014/main" val="1077487645"/>
                    </a:ext>
                  </a:extLst>
                </a:gridCol>
                <a:gridCol w="2521049">
                  <a:extLst>
                    <a:ext uri="{9D8B030D-6E8A-4147-A177-3AD203B41FA5}">
                      <a16:colId xmlns="" xmlns:a16="http://schemas.microsoft.com/office/drawing/2014/main" val="4235447059"/>
                    </a:ext>
                  </a:extLst>
                </a:gridCol>
              </a:tblGrid>
              <a:tr h="7390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Title of the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Details and Published Year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Shortcomings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06572973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0083882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53636961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6743057"/>
                  </a:ext>
                </a:extLst>
              </a:tr>
              <a:tr h="97936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727989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PROBLEM STATEMENT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27-03-2026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457200" indent="-457200" algn="ctr"/>
            <a:r>
              <a:rPr lang="en-IN" altLang="zh-CN" sz="4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AIM &amp; OBJECTIVES</a:t>
            </a:r>
            <a:endParaRPr lang="en-IN" altLang="zh-CN" sz="4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  <a:sym typeface="Times New Roman"/>
            </a:endParaRP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27-03-2026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476102" y="156753"/>
            <a:ext cx="9496697" cy="104502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HARDWARE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SOFTWARE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REQUIREMENTS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201781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16492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27-03-2026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1345473" y="156754"/>
            <a:ext cx="9496697" cy="60089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EXPECTED OUTCOME</a:t>
            </a: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992776" y="1149530"/>
            <a:ext cx="10319657" cy="526650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>
              <a:buNone/>
            </a:pPr>
            <a:endParaRPr lang="en-IN" dirty="0"/>
          </a:p>
          <a:p>
            <a:pPr marL="971550" lvl="1" indent="-51435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73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6E3-CD23-49D3-A426-AE153536B173}" type="datetime1">
              <a:rPr lang="en-IN" smtClean="0"/>
              <a:pPr/>
              <a:t>27-03-2026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154" y="222070"/>
            <a:ext cx="10045337" cy="653142"/>
          </a:xfr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470"/>
            <a:ext cx="10515600" cy="50404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4CFC-3B2C-44D7-8B8B-08A72C136A16}" type="datetime1">
              <a:rPr lang="en-IN" smtClean="0"/>
              <a:pPr/>
              <a:t>27-03-2026</a:t>
            </a:fld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0"/>
            <a:ext cx="827314" cy="718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 descr="C:\Users\GSSSIETW1\Desktop\vtu-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Queries?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27-03-2026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9"/>
          <p:cNvSpPr>
            <a:spLocks noGrp="1"/>
          </p:cNvSpPr>
          <p:nvPr>
            <p:ph type="title"/>
          </p:nvPr>
        </p:nvSpPr>
        <p:spPr>
          <a:xfrm>
            <a:off x="2166910" y="2143116"/>
            <a:ext cx="750099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04859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2CC1-CB30-4F13-A848-E951E6112DD2}" type="datetime1">
              <a:rPr lang="en-IN" smtClean="0"/>
              <a:pPr/>
              <a:t>27-03-2026</a:t>
            </a:fld>
            <a:endParaRPr lang="en-IN" dirty="0"/>
          </a:p>
        </p:txBody>
      </p:sp>
      <p:pic>
        <p:nvPicPr>
          <p:cNvPr id="2097159" name="Picture 2" descr="C:\Users\GSSSIETW1\Desktop\vtu-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81806" y="0"/>
            <a:ext cx="799427" cy="91642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9005" y="0"/>
            <a:ext cx="1045029" cy="90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95</Words>
  <Application>Microsoft Office PowerPoint</Application>
  <PresentationFormat>Widescreen</PresentationFormat>
  <Paragraphs>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Bookman Old Style</vt:lpstr>
      <vt:lpstr>Calibri</vt:lpstr>
      <vt:lpstr>Calibri Light</vt:lpstr>
      <vt:lpstr>等线 Light</vt:lpstr>
      <vt:lpstr>Tahoma</vt:lpstr>
      <vt:lpstr>Times New Roman</vt:lpstr>
      <vt:lpstr>Office Theme</vt:lpstr>
      <vt:lpstr>PowerPoint Presentation</vt:lpstr>
      <vt:lpstr>CONTENTS</vt:lpstr>
      <vt:lpstr>INTRODUCTION</vt:lpstr>
      <vt:lpstr>LITERATURE SURVEY</vt:lpstr>
      <vt:lpstr>PROBLEM STATEMENT</vt:lpstr>
      <vt:lpstr>AIM &amp; OBJECTIVES</vt:lpstr>
      <vt:lpstr> HARDWARE &amp; SOFTWARE REQUIREMENTS </vt:lpstr>
      <vt:lpstr>        EXPECTED OUTCOME</vt:lpstr>
      <vt:lpstr>REFERENCES</vt:lpstr>
      <vt:lpstr>Queries?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Pallavi B A</dc:creator>
  <cp:lastModifiedBy>GSSS-CSE2</cp:lastModifiedBy>
  <cp:revision>25</cp:revision>
  <dcterms:created xsi:type="dcterms:W3CDTF">2020-02-27T13:01:24Z</dcterms:created>
  <dcterms:modified xsi:type="dcterms:W3CDTF">2026-03-27T10:50:10Z</dcterms:modified>
</cp:coreProperties>
</file>